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2805" y="773430"/>
            <a:ext cx="4431030" cy="276796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SENTINEL.SAT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11480" y="1460627"/>
            <a:ext cx="29260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ED7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 AI Disaster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ED7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Detection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670175"/>
            <a:ext cx="4389120" cy="160020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70175"/>
            <a:ext cx="43891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88463"/>
            <a:ext cx="4206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A0F1E"/>
                </a:solidFill>
              </a:rPr>
              <a:t>КОМАНДА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81655"/>
            <a:ext cx="4114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Қалнияз Айсара Чамқызы — Капитан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Асқар Мансур Серікұлы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Қуандық Айнұр Тимурқызы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Серікболұлы Эльдар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30276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7316"/>
                </a:solidFill>
              </a:rPr>
              <a:t>sentinel-sat.onrender.com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45720" cy="50977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8778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38912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Системы мониторинга ЧС хронически опаздывают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4592" y="1207008"/>
            <a:ext cx="2743200" cy="21945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07008"/>
            <a:ext cx="274320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98448"/>
            <a:ext cx="252374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🛰️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25237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</a:rPr>
              <a:t>Спутники опаздывают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304288"/>
            <a:ext cx="252374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Sentinel-2, Landsat — пролёт раз в несколько дней, зависят от облачности. Данные устаревают ещё до получения.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207008"/>
            <a:ext cx="2743200" cy="21945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207008"/>
            <a:ext cx="2743200" cy="411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298448"/>
            <a:ext cx="252374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18688" y="1874520"/>
            <a:ext cx="25237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</a:rPr>
              <a:t>30 мин — несколько часов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18688" y="2304288"/>
            <a:ext cx="252374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От возникновения пожара до реакции спасательных служб. Каждая минута — это квадратные километры ущерба.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207008"/>
            <a:ext cx="2743200" cy="21945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1207008"/>
            <a:ext cx="2743200" cy="41148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1298448"/>
            <a:ext cx="252374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63056" y="1874520"/>
            <a:ext cx="25237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ED7AA"/>
                </a:solidFill>
              </a:rPr>
              <a:t>Человеческий фактор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2304288"/>
            <a:ext cx="252374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Бюрократические цепочки, искажение информации и задержки при передаче данных конечным исполнителям.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" y="3547872"/>
            <a:ext cx="8823960" cy="150876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21024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97316"/>
                </a:solidFill>
              </a:rPr>
              <a:t>Сравнение времени реакции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758952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968496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Традиционные системы: 10–60 минут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315968"/>
            <a:ext cx="640080" cy="2743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334256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SENTINEL.SAT:  ~30 секунд  ⚡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45720" cy="50977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8778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38912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SENTINEL.SAT — мониторинг последней мили в реальном времени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97280"/>
            <a:ext cx="512064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40680" y="1097280"/>
            <a:ext cx="1783080" cy="132588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40680" y="1097280"/>
            <a:ext cx="17830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1207008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</a:rPr>
              <a:t>~30 сек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532120" y="1901952"/>
            <a:ext cx="1600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Время реакции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60920" y="1097280"/>
            <a:ext cx="1783080" cy="132588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60920" y="1097280"/>
            <a:ext cx="178308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1207008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</a:rPr>
              <a:t>~$10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452360" y="1901952"/>
            <a:ext cx="1600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Стоимость узла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40680" y="2560320"/>
            <a:ext cx="1783080" cy="132588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40680" y="2560320"/>
            <a:ext cx="17830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32120" y="2670048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&lt; 2 сек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532120" y="3364992"/>
            <a:ext cx="1600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End-to-End Latency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60920" y="2560320"/>
            <a:ext cx="1783080" cy="132588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60920" y="2560320"/>
            <a:ext cx="1783080" cy="36576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2670048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D7AA"/>
                </a:solidFill>
              </a:rPr>
              <a:t>mAP 0.72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452360" y="3364992"/>
            <a:ext cx="1600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Точность DETR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37160" y="4069080"/>
            <a:ext cx="8869680" cy="77724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Система объединяет наземную IoT-сеть ESP32-CAM со спутниковыми данными Sentinel-2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— решая проблему «последней мили»: точное обнаружение ЧС в конкретной точке за секунды.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45720" cy="50977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8778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МОДЕЛЬ — DETR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38912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Transformer — ResNet-50 Backbone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51560"/>
            <a:ext cx="475488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1115568"/>
            <a:ext cx="388620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" y="1115568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61288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Backbone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1389888"/>
            <a:ext cx="3611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ResNet-50 → feature maps 2048ch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4592" y="1773936"/>
            <a:ext cx="388620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1773936"/>
            <a:ext cx="54864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819656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</a:rPr>
              <a:t>Encoder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2048256"/>
            <a:ext cx="3611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Transformer → spatial attention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64592" y="2432304"/>
            <a:ext cx="388620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2432304"/>
            <a:ext cx="54864" cy="566928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478024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D7AA"/>
                </a:solidFill>
              </a:rPr>
              <a:t>Decoder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0040" y="2706624"/>
            <a:ext cx="3611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100 object queries → boxes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64592" y="3090672"/>
            <a:ext cx="388620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4592" y="3090672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136392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</a:rPr>
              <a:t>Output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0040" y="3364992"/>
            <a:ext cx="3611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Confidence &gt; 0.7 + class label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64592" y="3794760"/>
            <a:ext cx="388620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8404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Классы ЧС: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40965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fire  ·  smoke  ·  flood  ·  person_in_danger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64592" y="4434840"/>
            <a:ext cx="8823960" cy="502920"/>
          </a:xfrm>
          <a:prstGeom prst="rect">
            <a:avLst/>
          </a:prstGeom>
          <a:solidFill>
            <a:srgbClr val="1C1007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480560"/>
            <a:ext cx="8503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ED7AA"/>
                </a:solidFill>
              </a:rPr>
              <a:t>План: дообучение на Fire Detection Dataset + FloodNet → mAP 0.72 → 0.85–0.90  |  FPR: 8% → 3–5%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45720" cy="50977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8778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MVP — LIVE 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38912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Рабочий прототип: карта, детекция, логирование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78992"/>
            <a:ext cx="539496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078992"/>
            <a:ext cx="3337560" cy="91440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1078992"/>
            <a:ext cx="4572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1430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</a:rPr>
              <a:t>🗺️  Интерактивная карта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148132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Leaflet + OpenStreetMap. Цветовые маркеры: зелёный — норма, красный — тревога.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103120"/>
            <a:ext cx="3337560" cy="91440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2103120"/>
            <a:ext cx="45720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167128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</a:rPr>
              <a:t>🎥  Live Stream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06440" y="2505456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MJPEG видеопоток 4–5 FPS с Bounding Boxes от DETR нейросети в реальном времени.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127248"/>
            <a:ext cx="3337560" cy="91440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3127248"/>
            <a:ext cx="4572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3191256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</a:rPr>
              <a:t>📋  System Logger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806440" y="352958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WebSocket алерты → HQ. История детекций в PostgreSQL с геопозиционированием.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7160" y="4169664"/>
            <a:ext cx="8869680" cy="749808"/>
          </a:xfrm>
          <a:prstGeom prst="rect">
            <a:avLst/>
          </a:prstGeom>
          <a:solidFill>
            <a:srgbClr val="0307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[14:02:10] </a:t>
            </a:r>
            <a:r>
              <a:rPr lang="en-US" sz="100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INFO: Camera #4 connected
</a:t>
            </a: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[14:02:15] </a:t>
            </a:r>
            <a:r>
              <a:rPr lang="en-US" sz="1000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WARN: Fire detected (Conf: 0.82) at Sector 4  </a:t>
            </a: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[14:02:15] </a:t>
            </a:r>
            <a:r>
              <a:rPr lang="en-US" sz="1000" b="1" dirty="0">
                <a:solidFill>
                  <a:srgbClr val="F9731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ALERT: Notification sent to HQ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45720" cy="50977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8778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РЕЗУЛЬТАТЫ И МЕТРИКИ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38912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 итогам нагрузочных тестов и полевых испытаний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" y="1207008"/>
            <a:ext cx="1627632" cy="17373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207008"/>
            <a:ext cx="162763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316736"/>
            <a:ext cx="15361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1.8 сек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" y="2121408"/>
            <a:ext cx="15361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End-to-End Latency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2441448"/>
            <a:ext cx="15361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от захвата до экрана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92808" y="1207008"/>
            <a:ext cx="1627632" cy="17373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2808" y="1207008"/>
            <a:ext cx="1627632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316736"/>
            <a:ext cx="15361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</a:rPr>
              <a:t>0.72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38528" y="2121408"/>
            <a:ext cx="15361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mAP (COCO)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38528" y="2441448"/>
            <a:ext cx="15361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точность детекции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48456" y="1207008"/>
            <a:ext cx="1627632" cy="17373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8456" y="1207008"/>
            <a:ext cx="1627632" cy="45720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1316736"/>
            <a:ext cx="15361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D7AA"/>
                </a:solidFill>
              </a:rPr>
              <a:t>4–5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94176" y="2121408"/>
            <a:ext cx="15361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FPS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94176" y="2441448"/>
            <a:ext cx="15361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система кадров/сек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04104" y="1207008"/>
            <a:ext cx="1627632" cy="17373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1207008"/>
            <a:ext cx="1627632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316736"/>
            <a:ext cx="15361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99%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49824" y="2121408"/>
            <a:ext cx="15361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Uptime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9824" y="2441448"/>
            <a:ext cx="15361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стабильность сервера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9752" y="1207008"/>
            <a:ext cx="1627632" cy="17373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9752" y="1207008"/>
            <a:ext cx="1627632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1316736"/>
            <a:ext cx="15361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</a:rPr>
              <a:t>8%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205472" y="2121408"/>
            <a:ext cx="15361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False Positive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05472" y="2441448"/>
            <a:ext cx="15361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ложные срабатывания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7160" y="3108960"/>
            <a:ext cx="8869680" cy="178308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2004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7316"/>
                </a:solidFill>
              </a:rPr>
              <a:t>Сравнение времени обнаружения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566160"/>
            <a:ext cx="804672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593592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</a:rPr>
              <a:t>🛰️  Традиционные системы (спутники): 10–60 минут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041648"/>
            <a:ext cx="749808" cy="38404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1560" y="4041648"/>
            <a:ext cx="7269480" cy="384048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4069080"/>
            <a:ext cx="6858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⚡  SENTINEL.SAT: ~30 секунд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23760" y="4069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120× быстрее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45720" cy="50977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8778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ТЕХНИЧЕСКАЯ РЕАЛИЗАЦИЯ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38912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+ Software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4592" y="1188720"/>
            <a:ext cx="4206240" cy="35661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188720"/>
            <a:ext cx="42062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16152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F1E"/>
                </a:solidFill>
              </a:rPr>
              <a:t>⚙️  HARDWARE — ESP32-CAM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664208"/>
            <a:ext cx="4133088" cy="402336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728216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</a:rPr>
              <a:t>CPU: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19072" y="1728216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Xtensa LX6 dual-core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216712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</a:rPr>
              <a:t>RAM: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19072" y="216712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520 KB SRAM + 4 MB PSRAM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542032"/>
            <a:ext cx="4133088" cy="402336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6060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</a:rPr>
              <a:t>Камера: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19072" y="260604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OV2640  VGA 640×480  JPEG/RGB565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3044952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</a:rPr>
              <a:t>Связь: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19072" y="304495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Wi-Fi 802.11 b/g/n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3419856"/>
            <a:ext cx="4133088" cy="402336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483864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</a:rPr>
              <a:t>Питание: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19072" y="3483864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Батарея 18650 / солнечные панели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3922776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</a:rPr>
              <a:t>Потребление: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19072" y="3922776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~180 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4297680"/>
            <a:ext cx="4133088" cy="402336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436168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</a:rPr>
              <a:t>Стоимость: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19072" y="436168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~$10 за узел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188720"/>
            <a:ext cx="4434840" cy="35661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188720"/>
            <a:ext cx="443484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216152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F1E"/>
                </a:solidFill>
              </a:rPr>
              <a:t>💻  SOFTWARE STACK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08576" y="1664208"/>
            <a:ext cx="4361688" cy="402336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728216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</a:rPr>
              <a:t>Backend: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33872" y="1728216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FastAPI (async) + PostgreSQL + Redis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28" y="2167128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</a:rPr>
              <a:t>AI Model: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33872" y="2167128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DETR ResNet-50 — HuggingFace Spaces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08576" y="2542032"/>
            <a:ext cx="4361688" cy="402336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60604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</a:rPr>
              <a:t>Frontend: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33872" y="2606040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React SPA + Leaflet + MJPEG stream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81728" y="3044952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</a:rPr>
              <a:t>Real-time: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33872" y="3044952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WebSocket Manager — мгновенные алерты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08576" y="3419856"/>
            <a:ext cx="4361688" cy="402336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48386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</a:rPr>
              <a:t>Deploy: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33872" y="3483864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Render.com — cloud PaaS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81728" y="3922776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</a:rPr>
              <a:t>Edge IDE: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33872" y="3922776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Arduino IDE для ESP32-CAM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08576" y="4297680"/>
            <a:ext cx="4361688" cy="402336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4361688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</a:rPr>
              <a:t>Gradio: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33872" y="4361688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Demo-интерфейс на HuggingFace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45720" cy="50977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8778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ПЛАН МАСШТАБИРОВАНИЯ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438912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От прототипа к национальной сети мониторинга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66725"/>
            <a:ext cx="8869680" cy="1389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1993392"/>
            <a:ext cx="2816352" cy="28803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" y="1993392"/>
            <a:ext cx="281635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011680"/>
            <a:ext cx="259689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F1E"/>
                </a:solidFill>
              </a:rPr>
              <a:t>01  1–3 месяца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514600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Fine-tuning модели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2926080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Дообучение DETR: Fire Detection + FloodNet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3401568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mAP 0.72 → 0.85–0.90, FPR → 3–5%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3877056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Аудио-сенсоры MAX9814 (взрывы, крики)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4352544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Mobile app React Native + push-уведомления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36392" y="1993392"/>
            <a:ext cx="2816352" cy="28803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36392" y="1993392"/>
            <a:ext cx="2816352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2011680"/>
            <a:ext cx="259689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F1E"/>
                </a:solidFill>
              </a:rPr>
              <a:t>02  3–6 месяцев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46120" y="2514600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</a:rPr>
              <a:t>Интеграция с МЧС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46120" y="2926080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REST API для экстренных служб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46120" y="3401568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Мультикамерные сети + триангуляция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46120" y="3877056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3D-реконструкция через стереопары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246120" y="4352544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Дроны для мониторинга 'слепых зон'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08192" y="1993392"/>
            <a:ext cx="2816352" cy="288036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08192" y="1993392"/>
            <a:ext cx="2816352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2011680"/>
            <a:ext cx="259689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F1E"/>
                </a:solidFill>
              </a:rPr>
              <a:t>03  6–12 месяцев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17920" y="2514600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</a:rPr>
              <a:t>Автономные станции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17920" y="2926080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Солнечные панели 6V 2W + TP4056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17920" y="3401568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IP67 корпуса — любая погода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17920" y="3877056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100+ узлов на город среднего размера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17920" y="4352544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Интеграция со спутниками Sentinel-2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9136" y="54864"/>
            <a:ext cx="54864" cy="50886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"/>
            <a:ext cx="8595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SENTINEL.SAT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97316"/>
                </a:solidFill>
              </a:rPr>
              <a:t>Видеть раньше, чтобы спасти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194560"/>
            <a:ext cx="45720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423160"/>
            <a:ext cx="2423160" cy="77724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423160"/>
            <a:ext cx="24231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87168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📂  GitHub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2240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github.com/Dyman17/sentinel_watch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2423160"/>
            <a:ext cx="2423160" cy="77724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423160"/>
            <a:ext cx="24231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487168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🚀  Live Demo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761488"/>
            <a:ext cx="2240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sentinel-sat.onrender.com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423160"/>
            <a:ext cx="2423160" cy="77724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423160"/>
            <a:ext cx="24231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487168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🧠  AI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761488"/>
            <a:ext cx="2240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huggingface.co/spaces/Dyman17/sentinel-watch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0" y="3429000"/>
            <a:ext cx="6400800" cy="1188720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1730" y="3589655"/>
            <a:ext cx="6539230" cy="4584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Команда SENTINEL.SAT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023360"/>
            <a:ext cx="6217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</a:rPr>
              <a:t>Қалнияз Айсара  ·  Асқар Мансур  ·  Қуандық Айнұр  ·  Серікболұлы Эльдар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3616</Words>
  <Application>WPS Presentation</Application>
  <PresentationFormat>On-screen Show (16:9)</PresentationFormat>
  <Paragraphs>275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SENTINEL.SAT</dc:title>
  <dc:creator>PptxGenJS</dc:creator>
  <dc:subject>PptxGenJS Presentation</dc:subject>
  <cp:lastModifiedBy>nurmi</cp:lastModifiedBy>
  <cp:revision>2</cp:revision>
  <dcterms:created xsi:type="dcterms:W3CDTF">2026-02-26T18:50:00Z</dcterms:created>
  <dcterms:modified xsi:type="dcterms:W3CDTF">2026-02-26T18:58:43Z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38B6690DFD4F42419628C95DABB1902E_12</vt:lpwstr>
  </property>
  <property fmtid="{D5CDD505-2E9C-101B-9397-08002B2CF9AE}" pid="3" name="KSOProductBuildVer">
    <vt:lpwstr>1049-12.2.0.23196</vt:lpwstr>
  </property>
</Properties>
</file>